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DED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1005840"/>
            <a:ext cx="1143000" cy="1143000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965960"/>
            <a:ext cx="502920" cy="502920"/>
          </a:xfrm>
          <a:prstGeom prst="ellipse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2743200"/>
            <a:ext cx="347472" cy="347472"/>
          </a:xfrm>
          <a:prstGeom prst="ellipse">
            <a:avLst/>
          </a:prstGeom>
          <a:solidFill>
            <a:srgbClr val="CC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3840480"/>
            <a:ext cx="1417320" cy="1417320"/>
          </a:xfrm>
          <a:prstGeom prst="ellipse">
            <a:avLst/>
          </a:prstGeom>
          <a:solidFill>
            <a:srgbClr val="2A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5029200"/>
            <a:ext cx="640080" cy="640080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713232"/>
            <a:ext cx="530352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6949440" cy="1645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3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EMBEDDED</a:t>
            </a:r>
            <a:br/>
            <a:r>
              <a:rPr>
                <a:solidFill/>
              </a:rPr>
              <a:t>DATA LOGGER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37560"/>
            <a:ext cx="6126480" cy="82296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Real-time temperature &amp; humidity monitoring</a:t>
            </a:r>
            <a:br/>
            <a:r>
              <a:rPr>
                <a:solidFill/>
              </a:rPr>
              <a:t>with local data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70832"/>
            <a:ext cx="1005840" cy="5486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603504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Presented by: Tharun.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Department: ECE – Final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15000"/>
            <a:ext cx="603504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Institution: 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6080760"/>
            <a:ext cx="3474720" cy="2743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Problem Statement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09928"/>
            <a:ext cx="54864" cy="3392424"/>
          </a:xfrm>
          <a:prstGeom prst="rect">
            <a:avLst/>
          </a:prstGeom>
          <a:solidFill>
            <a:srgbClr val="CC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937760" cy="288036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Manual measurement of environmental conditions takes time and may miss important changes. Without a record of readings, it is difficult to review trends, compare conditions, or identify unusual temperature and humidity levels.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09928"/>
            <a:ext cx="54864" cy="339242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64792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12848"/>
            <a:ext cx="4937760" cy="288036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Build an ESP32-based embedded data logger that reads temperature and humidity from a DHT22 sensor, shows live values on an OLED display, and saves timestamped readings to a microSD card for later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56D2DC"/>
                </a:solidFill>
                <a:latin typeface="Aptos"/>
              </a:defRPr>
            </a:pPr>
            <a:r>
              <a:rPr>
                <a:solidFill/>
              </a:rPr>
              <a:t>Core idea: sense → display → timestamp → 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9436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72768"/>
            <a:ext cx="7818120" cy="502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Read ambient temperature and relative humidity using the DHT22 sensor.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194560"/>
            <a:ext cx="9601200" cy="10972"/>
          </a:xfrm>
          <a:prstGeom prst="rect">
            <a:avLst/>
          </a:prstGeom>
          <a:solidFill>
            <a:srgbClr val="D0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59436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32304"/>
            <a:ext cx="7818120" cy="502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Show current readings and time on a compact OLED screen.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3054096"/>
            <a:ext cx="9601200" cy="10972"/>
          </a:xfrm>
          <a:prstGeom prst="rect">
            <a:avLst/>
          </a:prstGeom>
          <a:solidFill>
            <a:srgbClr val="D0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39"/>
            <a:ext cx="59436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91839"/>
            <a:ext cx="19202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91839"/>
            <a:ext cx="7818120" cy="502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Save readings to a microSD card for offline 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913631"/>
            <a:ext cx="9601200" cy="10972"/>
          </a:xfrm>
          <a:prstGeom prst="rect">
            <a:avLst/>
          </a:prstGeom>
          <a:solidFill>
            <a:srgbClr val="D0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51376"/>
            <a:ext cx="59436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51376"/>
            <a:ext cx="7818120" cy="502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Attach date/time information to recorded measurements.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773168"/>
            <a:ext cx="9601200" cy="10972"/>
          </a:xfrm>
          <a:prstGeom prst="rect">
            <a:avLst/>
          </a:prstGeom>
          <a:solidFill>
            <a:srgbClr val="D0C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10912"/>
            <a:ext cx="59436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10912"/>
            <a:ext cx="19202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Demonstrate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10912"/>
            <a:ext cx="7818120" cy="5029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Validate the system through simulation and serial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System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148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C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87752"/>
            <a:ext cx="2002536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DHT22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1965960" cy="6217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Temperature + humidity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42316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587752"/>
            <a:ext cx="2139696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08376"/>
            <a:ext cx="2103120" cy="6217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Read, process,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17320"/>
            <a:ext cx="2148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84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581912"/>
            <a:ext cx="2002536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OLED 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002536"/>
            <a:ext cx="1965960" cy="6217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Live values +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657600"/>
            <a:ext cx="21488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C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3822191"/>
            <a:ext cx="2002536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microSD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242816"/>
            <a:ext cx="1965960" cy="6217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Log file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423160"/>
            <a:ext cx="1463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31552" y="2587752"/>
            <a:ext cx="1316736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RTC /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008376"/>
            <a:ext cx="1280160" cy="62179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Timestamp source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3063240"/>
            <a:ext cx="822960" cy="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43600" y="2148840"/>
            <a:ext cx="1371600" cy="68580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43600" y="3337560"/>
            <a:ext cx="1371600" cy="91440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943600" y="3063240"/>
            <a:ext cx="4114800" cy="0"/>
          </a:xfrm>
          <a:prstGeom prst="line">
            <a:avLst/>
          </a:prstGeom>
          <a:ln w="25400">
            <a:solidFill>
              <a:srgbClr val="84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Power supplied to all modules as required by their voltage specifications.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417320"/>
            <a:ext cx="11201400" cy="4800600"/>
          </a:xfrm>
          <a:prstGeom prst="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24231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C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2542032"/>
            <a:ext cx="1911095" cy="29260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DHT22 SENSOR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7" y="2898648"/>
            <a:ext cx="1837943" cy="70408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Temperature +</a:t>
            </a:r>
            <a:br/>
            <a:r>
              <a:rPr>
                <a:solidFill/>
              </a:rPr>
              <a:t>relative humidity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242316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1" y="2542032"/>
            <a:ext cx="2139696" cy="29260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ESP32 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2898648"/>
            <a:ext cx="2066543" cy="70408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Reads, processes,</a:t>
            </a:r>
            <a:br/>
            <a:r>
              <a:rPr>
                <a:solidFill/>
              </a:rPr>
              <a:t>formats and logs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6002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846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8352" y="1719072"/>
            <a:ext cx="2002536" cy="29260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OLED (SSD1306)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2075688"/>
            <a:ext cx="1929384" cy="61264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I²C: SDA 21, SCL 22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9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3776472"/>
            <a:ext cx="2002536" cy="29260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microSD 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4133087"/>
            <a:ext cx="1929384" cy="61264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SPI: CS 5, SCK 18,</a:t>
            </a:r>
            <a:br/>
            <a:r>
              <a:rPr>
                <a:solidFill/>
              </a:rPr>
              <a:t>MISO 19, MOSI 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12680" y="2514600"/>
            <a:ext cx="1463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5832" y="2633472"/>
            <a:ext cx="1316736" cy="29260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TIME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22407" y="2990088"/>
            <a:ext cx="1243584" cy="521207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System / NTP*</a:t>
            </a:r>
            <a:br/>
            <a:r>
              <a:rPr>
                <a:solidFill/>
              </a:rPr>
              <a:t>Timestamp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26080" y="3035808"/>
            <a:ext cx="822959" cy="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035040" y="2176272"/>
            <a:ext cx="1280160" cy="566928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35040" y="3337560"/>
            <a:ext cx="1280160" cy="8686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035040" y="3017520"/>
            <a:ext cx="3977640" cy="0"/>
          </a:xfrm>
          <a:prstGeom prst="line">
            <a:avLst/>
          </a:prstGeom>
          <a:ln w="25400">
            <a:solidFill>
              <a:srgbClr val="846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*Timestamp accuracy depends on the code's configured clock/time synchronization.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Components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82495"/>
            <a:ext cx="54864" cy="74066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ESP32 development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6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Main controller; reads the sensor and manages display and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82495"/>
            <a:ext cx="54864" cy="74066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DHT22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85416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Measures ambient temperature and relative humidity.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52928"/>
            <a:ext cx="54864" cy="74066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07792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OLED display (SSD1306)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55848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Displays current readings and status using I²C.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7432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52928"/>
            <a:ext cx="54864" cy="74066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07792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MicroSD card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55848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Stores logged readings in a file for later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1363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023360"/>
            <a:ext cx="54864" cy="74066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MicroSD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Provides removable storage for recorded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13632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23360"/>
            <a:ext cx="54864" cy="74066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Connecting wires + USB supply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526280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Provide signal connections and power.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84064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193792"/>
            <a:ext cx="54864" cy="74066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48655"/>
            <a:ext cx="493776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Software libraries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96712"/>
            <a:ext cx="493776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WiFi, DHT, Adafruit SSD1306/GFX, SPI and SD libraries.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63640"/>
            <a:ext cx="1069848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Note: the supplied code includes Wi-Fi/time-related libraries; actual time synchronization depends on the configured time source.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1371600"/>
            <a:ext cx="11201400" cy="4983480"/>
          </a:xfrm>
          <a:prstGeom prst="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9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omponent_es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325880" cy="1325880"/>
          </a:xfrm>
          <a:prstGeom prst="rect">
            <a:avLst/>
          </a:prstGeom>
          <a:ln/>
        </p:spPr>
      </p:pic>
      <p:sp>
        <p:nvSpPr>
          <p:cNvPr id="39" name="TextBox 38"/>
          <p:cNvSpPr txBox="1"/>
          <p:nvPr/>
        </p:nvSpPr>
        <p:spPr>
          <a:xfrm>
            <a:off x="233172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ESP32 development 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2240280"/>
            <a:ext cx="3337560" cy="9601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Main controller; processes sensor data and coordinates peripherals.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6459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omponent_dht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1325880" cy="1325880"/>
          </a:xfrm>
          <a:prstGeom prst="rect">
            <a:avLst/>
          </a:prstGeom>
          <a:ln/>
        </p:spPr>
      </p:pic>
      <p:sp>
        <p:nvSpPr>
          <p:cNvPr id="43" name="TextBox 42"/>
          <p:cNvSpPr txBox="1"/>
          <p:nvPr/>
        </p:nvSpPr>
        <p:spPr>
          <a:xfrm>
            <a:off x="786384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DHT22 sensor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240280"/>
            <a:ext cx="3337560" cy="9601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Measures ambient temperature and relative humidity. Data pin: GPIO 15.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8862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mponent_ol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69080"/>
            <a:ext cx="1325880" cy="1325880"/>
          </a:xfrm>
          <a:prstGeom prst="rect">
            <a:avLst/>
          </a:prstGeom>
          <a:ln/>
        </p:spPr>
      </p:pic>
      <p:sp>
        <p:nvSpPr>
          <p:cNvPr id="47" name="TextBox 46"/>
          <p:cNvSpPr txBox="1"/>
          <p:nvPr/>
        </p:nvSpPr>
        <p:spPr>
          <a:xfrm>
            <a:off x="233172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OLED display (SSD1306)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480560"/>
            <a:ext cx="3337560" cy="9601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Displays readings and time over I²C. SDA 21, SCL 22.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38862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component_s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069080"/>
            <a:ext cx="1325880" cy="1325880"/>
          </a:xfrm>
          <a:prstGeom prst="rect">
            <a:avLst/>
          </a:prstGeom>
          <a:ln/>
        </p:spPr>
      </p:pic>
      <p:sp>
        <p:nvSpPr>
          <p:cNvPr id="51" name="TextBox 50"/>
          <p:cNvSpPr txBox="1"/>
          <p:nvPr/>
        </p:nvSpPr>
        <p:spPr>
          <a:xfrm>
            <a:off x="786384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microSD module + card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480560"/>
            <a:ext cx="3337560" cy="9601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Stores readings; SPI pins CS 5, SCK 18, MISO 19, MOSI 23.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Component visuals are cropped from the supplied Wokwi simulation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Project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618488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38912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01  Hardware wiring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7040880" cy="7315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Connect DHT22 data to ESP32 GPIO 15. Connect OLED through I²C (SDA 21, SCL 22). Connect microSD through SPI (CS 5, SCK 18, MISO 19, MOSI 23).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97479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438912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28346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02  Library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51760"/>
            <a:ext cx="7040880" cy="7315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Include the Wi-Fi, DHT, SPI, SD, Adafruit GFX/SSD1306 and time libraries in the project.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76472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22191"/>
            <a:ext cx="438912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30752"/>
            <a:ext cx="28346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03  Initialization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2"/>
            <a:ext cx="7040880" cy="7315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Start serial output, initialize the sensor and OLED, mount the SD card, and prepare the logging file.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55464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01183"/>
            <a:ext cx="438912" cy="25603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09744"/>
            <a:ext cx="2834640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04  Sampling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809744"/>
            <a:ext cx="7040880" cy="7315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Read sensor values, obtain a timestamp, update the OLED and append the reading to the SD 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FB057"/>
                </a:solidFill>
                <a:latin typeface="Aptos"/>
              </a:defRPr>
            </a:pPr>
            <a:r>
              <a:rPr>
                <a:solidFill/>
              </a:rPr>
              <a:t>The wiring and pin definitions should match the actual circuit before running on physical hardware.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371600"/>
            <a:ext cx="11201400" cy="4983480"/>
          </a:xfrm>
          <a:prstGeom prst="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1618488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1682495"/>
            <a:ext cx="438912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01  Wiring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1572768"/>
            <a:ext cx="7315200" cy="65836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DHT22 data → GPIO 15. OLED I²C → SDA 21 and SCL 22. microSD SPI → CS 5, SCK 18, MISO 19 and MOSI 23.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2679191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743200"/>
            <a:ext cx="438912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633472"/>
            <a:ext cx="256032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02  Libraries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633472"/>
            <a:ext cx="7315200" cy="65836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Use the libraries present in the sketch: WiFi, time, DHT, SPI, SD, Adafruit GFX and Adafruit SSD1306.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3739896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803904"/>
            <a:ext cx="438912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694176"/>
            <a:ext cx="256032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03  Initialization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694176"/>
            <a:ext cx="7315200" cy="65836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Start Serial, initialize the DHT22 and OLED, initialize SPI and mount the SD card. Handle initialization failures.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4800599"/>
            <a:ext cx="438912" cy="438912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64607"/>
            <a:ext cx="438912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754879"/>
            <a:ext cx="256032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04  Logging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754879"/>
            <a:ext cx="7315200" cy="658368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Read sensor values, get the current timestamp, update the OLED/serial output, then append the data to microSD.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Control Logic / Working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81328"/>
            <a:ext cx="1874519" cy="438912"/>
          </a:xfrm>
          <a:prstGeom prst="roundRect">
            <a:avLst/>
          </a:prstGeom>
          <a:solidFill>
            <a:srgbClr val="6F5BBE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55448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Power on the ESP32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1929384"/>
            <a:ext cx="0" cy="173736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2121408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INITIALIZE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19456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Start DHT22, OLED, SPI and SD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01952" y="2569464"/>
            <a:ext cx="0" cy="173736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2761488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52928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83464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Sample temperature and humidity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1952" y="3209544"/>
            <a:ext cx="0" cy="173736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3401568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47472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Add timestamp and format values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01952" y="3849624"/>
            <a:ext cx="0" cy="173735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4041648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133087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1480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Update OLED with current values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01952" y="4489704"/>
            <a:ext cx="0" cy="173736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" y="4681728"/>
            <a:ext cx="187451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73168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754880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Append record to microSD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01952" y="5129784"/>
            <a:ext cx="0" cy="173736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0120" y="5321807"/>
            <a:ext cx="1874519" cy="438912"/>
          </a:xfrm>
          <a:prstGeom prst="roundRect">
            <a:avLst/>
          </a:prstGeom>
          <a:solidFill>
            <a:srgbClr val="6F5BBE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13247"/>
            <a:ext cx="169164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REPEAT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394959"/>
            <a:ext cx="7132320" cy="292608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Wait for the logging interval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Error handling should check sensor validity and SD-card availability before saving each record.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1371600"/>
            <a:ext cx="11201400" cy="4983480"/>
          </a:xfrm>
          <a:prstGeom prst="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1481328"/>
            <a:ext cx="2011680" cy="411480"/>
          </a:xfrm>
          <a:prstGeom prst="roundRect">
            <a:avLst/>
          </a:prstGeom>
          <a:solidFill>
            <a:srgbClr val="6F5BBE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1554480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START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1536192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Power on ESP32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74519" y="1892808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8680" y="2103120"/>
            <a:ext cx="2011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2176272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INITIALIZE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2157984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Start DHT22, OLED, SPI and SD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74519" y="2514600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68680" y="2724912"/>
            <a:ext cx="2011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2798064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2779776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Read temperature and humidity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74519" y="3136392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68680" y="3346704"/>
            <a:ext cx="2011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3419856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401568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Validate sensor values / SD status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874519" y="3758184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68680" y="3968496"/>
            <a:ext cx="2011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4041648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TIMESTAMP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4023359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Get time from configured clock source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874519" y="4379976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68680" y="4590288"/>
            <a:ext cx="201168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4663440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4645152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Refresh OLED and serial monitor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874519" y="5001768"/>
            <a:ext cx="0" cy="182880"/>
          </a:xfrm>
          <a:prstGeom prst="line">
            <a:avLst/>
          </a:prstGeom>
          <a:ln w="25400">
            <a:solidFill>
              <a:srgbClr val="6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868680" y="5212080"/>
            <a:ext cx="2011680" cy="411480"/>
          </a:xfrm>
          <a:prstGeom prst="roundRect">
            <a:avLst/>
          </a:prstGeom>
          <a:solidFill>
            <a:srgbClr val="6F5BBE"/>
          </a:solidFill>
          <a:ln>
            <a:solidFill>
              <a:srgbClr val="6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" y="5285232"/>
            <a:ext cx="1883664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SAVE + REPEAT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5266944"/>
            <a:ext cx="7498079" cy="27432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Write record to microSD; wait and repeat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Recommended: show an error message if the sensor read or SD-card write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Simulation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08</a:t>
            </a:r>
          </a:p>
        </p:txBody>
      </p:sp>
      <p:pic>
        <p:nvPicPr>
          <p:cNvPr id="7" name="Picture 6" descr="IMG-20261016-WA0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02" y="1508760"/>
            <a:ext cx="9395089" cy="4526280"/>
          </a:xfrm>
          <a:prstGeom prst="rect">
            <a:avLst/>
          </a:prstGeom>
          <a:ln/>
        </p:spPr>
      </p:pic>
      <p:sp>
        <p:nvSpPr>
          <p:cNvPr id="8" name="TextBox 7"/>
          <p:cNvSpPr txBox="1"/>
          <p:nvPr/>
        </p:nvSpPr>
        <p:spPr>
          <a:xfrm>
            <a:off x="82296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Observed in the provided simulation: temperature and humidity readings are printed, and the console reports that data was saved to microSD.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1201400" cy="4983480"/>
          </a:xfrm>
          <a:prstGeom prst="rect">
            <a:avLst/>
          </a:prstGeom>
          <a:solidFill>
            <a:srgbClr val="EFE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_20261016_2257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080" y="1481328"/>
            <a:ext cx="9451534" cy="4251960"/>
          </a:xfrm>
          <a:prstGeom prst="rect">
            <a:avLst/>
          </a:prstGeom>
          <a:ln/>
        </p:spPr>
      </p:pic>
      <p:sp>
        <p:nvSpPr>
          <p:cNvPr id="11" name="TextBox 10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Simulation shows live temperature/humidity output and the message “Data saved to MicroSD.”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73936"/>
            <a:ext cx="54864" cy="138074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Automated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Reduces repeated manual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66420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773936"/>
            <a:ext cx="54864" cy="138074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828800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Live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7685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Values are visible on the OLED display.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66420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0183" y="1773936"/>
            <a:ext cx="54864" cy="1380744"/>
          </a:xfrm>
          <a:prstGeom prst="rect">
            <a:avLst/>
          </a:prstGeom>
          <a:solidFill>
            <a:srgbClr val="CC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3" y="1828800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Local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227685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Data can be reviewed without an internet connection.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3016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739896"/>
            <a:ext cx="54864" cy="138074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94759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Compact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combines processing and connectivity in one 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63016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3739896"/>
            <a:ext cx="54864" cy="138074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794759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Expandable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24281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Can be adapted for many indoor monitoring applications.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0183" y="3630168"/>
            <a:ext cx="349300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30183" y="3739896"/>
            <a:ext cx="54864" cy="1380744"/>
          </a:xfrm>
          <a:prstGeom prst="rect">
            <a:avLst/>
          </a:prstGeom>
          <a:solidFill>
            <a:srgbClr val="CC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3063" y="3794759"/>
            <a:ext cx="3172968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Low-cost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3" y="4242816"/>
            <a:ext cx="3172968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Uses widely available modules and open-source libraries.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607040" cy="4480560"/>
          </a:xfrm>
          <a:prstGeom prst="rect">
            <a:avLst/>
          </a:prstGeom>
          <a:noFill/>
          <a:ln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Add a real-time clock (RTC) module or robust NTP synchronization for accurate timestamps.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Upload logs to a cloud dashboard using Wi-Fi and MQTT/HTTP.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Add threshold alerts for high temperature or humidity.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Create charts and reports from CSV log files.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Improve reliability with sensor-error checks, SD-card checks and power-loss recovery.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•  Use a battery and deep-sleep mode for portable, energy-efficient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56D2DC"/>
                </a:solidFill>
                <a:latin typeface="Aptos"/>
              </a:defRPr>
            </a:pPr>
            <a:r>
              <a:rPr>
                <a:solidFill/>
              </a:rPr>
              <a:t>Possible applications: laboratories, greenhouses, storage rooms, classrooms and equipment enclosures.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EMBEDDED DATA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61872"/>
            <a:ext cx="868680" cy="50292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ESP32  •  DHT22  •  OLED  •  microSD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00BEB4"/>
                </a:solidFill>
                <a:latin typeface="Aptos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287000" cy="96012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The Embedded Data Logger demonstrates how a microcontroller can collect, display and store environmental data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72968"/>
            <a:ext cx="54864" cy="1380744"/>
          </a:xfrm>
          <a:prstGeom prst="rect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27832"/>
            <a:ext cx="2926079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75888"/>
            <a:ext cx="2926079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DHT22 measures temperature and humidity.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0632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172968"/>
            <a:ext cx="54864" cy="1380744"/>
          </a:xfrm>
          <a:prstGeom prst="rect">
            <a:avLst/>
          </a:prstGeom>
          <a:solidFill>
            <a:srgbClr val="846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27832"/>
            <a:ext cx="2926079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75888"/>
            <a:ext cx="2926079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OLED presents current values clearly.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6324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BFB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172968"/>
            <a:ext cx="54864" cy="1380744"/>
          </a:xfrm>
          <a:prstGeom prst="rect">
            <a:avLst/>
          </a:prstGeom>
          <a:solidFill>
            <a:srgbClr val="CC9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227832"/>
            <a:ext cx="2926079" cy="347472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675888"/>
            <a:ext cx="2926079" cy="86868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microSD keeps a local record for later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Overall, the prototype provides a practical foundation for environmental monitoring and can be enhanced with connectivity, alerts and more robust timekeeping.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49240" y="1005840"/>
            <a:ext cx="1463040" cy="1463040"/>
          </a:xfrm>
          <a:prstGeom prst="ellipse">
            <a:avLst/>
          </a:prstGeom>
          <a:solidFill>
            <a:srgbClr val="6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49240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45720" rIns="45720" anchor="ctr">
            <a:spAutoFit/>
          </a:bodyPr>
          <a:lstStyle/>
          <a:p>
            <a:pPr algn="ctr">
              <a:defRPr sz="4200" b="1">
                <a:solidFill>
                  <a:srgbClr val="0F1C30"/>
                </a:solidFill>
                <a:latin typeface="Aptos"/>
              </a:defRPr>
            </a:pPr>
            <a:r>
              <a:rPr>
                <a:solidFill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80360"/>
            <a:ext cx="8503920" cy="82296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3800" b="1">
                <a:solidFill>
                  <a:srgbClr val="F5F8FC"/>
                </a:solidFill>
                <a:latin typeface="Aptos"/>
              </a:defRPr>
            </a:pPr>
            <a:r>
              <a:rPr>
                <a:solidFill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2100" b="0">
                <a:solidFill>
                  <a:srgbClr val="56D2DC"/>
                </a:solidFill>
                <a:latin typeface="Aptos"/>
              </a:defRPr>
            </a:pPr>
            <a:r>
              <a:rPr>
                <a:solidFill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AEBED0"/>
                </a:solidFill>
                <a:latin typeface="Aptos"/>
              </a:defRPr>
            </a:pPr>
            <a:r>
              <a:rPr>
                <a:solidFill/>
              </a:rPr>
              <a:t>EMBEDDED DATA LOGGER  •  ESP32 + DHT22 + OLED + microSD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